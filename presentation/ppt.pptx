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sldIdLst>
    <p:sldId id="263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87670D-5D50-E436-13B7-CBF9BFB1E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386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CFCA5A-5CE4-D309-9496-830326233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7569" y="5987034"/>
            <a:ext cx="566977" cy="5669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266983-BEA1-4899-4288-C4324F93E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422" y="2073796"/>
            <a:ext cx="777155" cy="77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277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noFill/>
          <a:ln w="10972">
            <a:solidFill>
              <a:srgbClr val="2B5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05840" cy="64008"/>
          </a:xfrm>
          <a:prstGeom prst="rect">
            <a:avLst/>
          </a:prstGeom>
          <a:solidFill>
            <a:srgbClr val="4DB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ura_slide_2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30352"/>
            <a:ext cx="10972800" cy="5943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C88484-F289-7435-88A1-84258B82B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735" y="5906975"/>
            <a:ext cx="566977" cy="5669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noFill/>
          <a:ln w="10972">
            <a:solidFill>
              <a:srgbClr val="2B5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05840" cy="64008"/>
          </a:xfrm>
          <a:prstGeom prst="rect">
            <a:avLst/>
          </a:prstGeom>
          <a:solidFill>
            <a:srgbClr val="4DB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ura_slide_3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30352"/>
            <a:ext cx="10972800" cy="5943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ADC31B-B8EB-D2ED-F950-6C501924F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3671" y="5906975"/>
            <a:ext cx="566977" cy="5669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noFill/>
          <a:ln w="10972">
            <a:solidFill>
              <a:srgbClr val="2B5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05840" cy="64008"/>
          </a:xfrm>
          <a:prstGeom prst="rect">
            <a:avLst/>
          </a:prstGeom>
          <a:solidFill>
            <a:srgbClr val="4DB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ura_slide_4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30352"/>
            <a:ext cx="10972800" cy="5943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F2D42B-1FA9-07C6-7335-F63F04E31D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1062" y="5934407"/>
            <a:ext cx="566977" cy="5669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noFill/>
          <a:ln w="10972">
            <a:solidFill>
              <a:srgbClr val="2B5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05840" cy="64008"/>
          </a:xfrm>
          <a:prstGeom prst="rect">
            <a:avLst/>
          </a:prstGeom>
          <a:solidFill>
            <a:srgbClr val="4DB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ura_slide_5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30352"/>
            <a:ext cx="10972800" cy="594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E6B411-020A-7437-C689-2B9EE2C0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2663" y="5906975"/>
            <a:ext cx="566977" cy="5669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noFill/>
          <a:ln w="10972">
            <a:solidFill>
              <a:srgbClr val="2B5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05840" cy="64008"/>
          </a:xfrm>
          <a:prstGeom prst="rect">
            <a:avLst/>
          </a:prstGeom>
          <a:solidFill>
            <a:srgbClr val="4DB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ura_slide_6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30352"/>
            <a:ext cx="10972800" cy="5943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168FE5-50B1-6028-DBA2-B7307FD57A0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6058" y="5905745"/>
            <a:ext cx="568207" cy="5682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20" y="274320"/>
            <a:ext cx="11640312" cy="6309360"/>
          </a:xfrm>
          <a:prstGeom prst="rect">
            <a:avLst/>
          </a:prstGeom>
          <a:noFill/>
          <a:ln w="15240">
            <a:solidFill>
              <a:srgbClr val="2B5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005840" cy="64008"/>
          </a:xfrm>
          <a:prstGeom prst="rect">
            <a:avLst/>
          </a:prstGeom>
          <a:solidFill>
            <a:srgbClr val="4DB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 dirty="0">
                <a:solidFill>
                  <a:srgbClr val="EEF4FA"/>
                </a:solidFill>
                <a:latin typeface="Aptos"/>
              </a:rPr>
              <a:t>WHY AURA IS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9FB4CA"/>
                </a:solidFill>
                <a:latin typeface="Aptos"/>
              </a:rPr>
              <a:t>Not just fraud detection — real-time, explainable transaction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37360"/>
            <a:ext cx="10972800" cy="658368"/>
          </a:xfrm>
          <a:prstGeom prst="roundRect">
            <a:avLst/>
          </a:prstGeom>
          <a:solidFill>
            <a:srgbClr val="111F31"/>
          </a:solidFill>
          <a:ln>
            <a:solidFill>
              <a:srgbClr val="25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C6E7"/>
                </a:solidFill>
                <a:latin typeface="Aptos"/>
              </a:rPr>
              <a:t>01  DETECT →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180136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94360" y="2560320"/>
            <a:ext cx="10972800" cy="658368"/>
          </a:xfrm>
          <a:prstGeom prst="roundRect">
            <a:avLst/>
          </a:prstGeom>
          <a:solidFill>
            <a:srgbClr val="111F31"/>
          </a:solidFill>
          <a:ln>
            <a:solidFill>
              <a:srgbClr val="25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70048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C6E7"/>
                </a:solidFill>
                <a:latin typeface="Aptos"/>
              </a:rPr>
              <a:t>AURA doesn't only flag suspicious activity. It automatically chooses APPROVE, VERIFY or BLOCK before money moves.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624327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94360" y="3383279"/>
            <a:ext cx="10972800" cy="658368"/>
          </a:xfrm>
          <a:prstGeom prst="roundRect">
            <a:avLst/>
          </a:prstGeom>
          <a:solidFill>
            <a:srgbClr val="111F31"/>
          </a:solidFill>
          <a:ln>
            <a:solidFill>
              <a:srgbClr val="25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493008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C6E7"/>
                </a:solidFill>
                <a:latin typeface="Aptos"/>
              </a:rPr>
              <a:t>02  ONE SECURITY BRAIN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447287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94360" y="4206240"/>
            <a:ext cx="10972800" cy="658368"/>
          </a:xfrm>
          <a:prstGeom prst="roundRect">
            <a:avLst/>
          </a:prstGeom>
          <a:solidFill>
            <a:srgbClr val="111F31"/>
          </a:solidFill>
          <a:ln>
            <a:solidFill>
              <a:srgbClr val="25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315968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C6E7"/>
                </a:solidFill>
                <a:latin typeface="Aptos"/>
              </a:rPr>
              <a:t>Customer app + bank/manager console share one live risk engine and one source of truth.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427024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94360" y="5029200"/>
            <a:ext cx="10972800" cy="658368"/>
          </a:xfrm>
          <a:prstGeom prst="roundRect">
            <a:avLst/>
          </a:prstGeom>
          <a:solidFill>
            <a:srgbClr val="111F31"/>
          </a:solidFill>
          <a:ln>
            <a:solidFill>
              <a:srgbClr val="25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5138928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7C6E7"/>
                </a:solidFill>
                <a:latin typeface="Aptos"/>
              </a:rPr>
              <a:t>03  EXPLAINABLE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5093208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2AC3C09-D503-69BB-3CEA-8A00C4B30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3671" y="5916143"/>
            <a:ext cx="566977" cy="5669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63</Words>
  <Application>Microsoft Office PowerPoint</Application>
  <PresentationFormat>Widescreen</PresentationFormat>
  <Paragraphs>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Asus</dc:creator>
  <cp:lastModifiedBy>Mittal Radadiya</cp:lastModifiedBy>
  <cp:revision>2</cp:revision>
  <dcterms:modified xsi:type="dcterms:W3CDTF">2026-09-15T15:11:48Z</dcterms:modified>
</cp:coreProperties>
</file>